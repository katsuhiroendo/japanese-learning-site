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#1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is/am B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417320"/>
            <a:ext cx="2377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E8FA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417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417320"/>
            <a:ext cx="2377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5B4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desu.</a:t>
            </a:r>
            <a:endParaRPr lang="en-US" sz="5000" dirty="0"/>
          </a:p>
        </p:txBody>
      </p:sp>
      <p:sp>
        <p:nvSpPr>
          <p:cNvPr id="11" name="Shape 9"/>
          <p:cNvSpPr/>
          <p:nvPr/>
        </p:nvSpPr>
        <p:spPr>
          <a:xfrm>
            <a:off x="3291840" y="2212848"/>
            <a:ext cx="0" cy="109728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2212848"/>
            <a:ext cx="0" cy="109728"/>
          </a:xfrm>
          <a:prstGeom prst="line">
            <a:avLst/>
          </a:prstGeom>
          <a:noFill/>
          <a:ln w="31750">
            <a:solidFill>
              <a:srgbClr val="C25B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/ am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8346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834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Seeko.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1455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</a:t>
            </a:r>
            <a:pPr indent="0" marL="0">
              <a:buNone/>
            </a:pPr>
            <a:r>
              <a:rPr lang="en-US" sz="19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Seeko </a:t>
            </a:r>
            <a:pPr indent="0" marL="0">
              <a:buNone/>
            </a:pPr>
            <a:r>
              <a:rPr lang="en-US" sz="19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456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</a:t>
            </a:r>
            <a:pPr indent="0" marL="0">
              <a:buNone/>
            </a:pPr>
            <a:r>
              <a:rPr lang="en-US" sz="16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</a:t>
            </a:r>
            <a:pPr indent="0" marL="0">
              <a:buNone/>
            </a:pPr>
            <a:r>
              <a:rPr lang="en-US" sz="16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せいこ</a:t>
            </a:r>
            <a:pPr indent="0" marL="0">
              <a:buNone/>
            </a:pPr>
            <a:r>
              <a:rPr lang="en-US" sz="1600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です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8587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8587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is American.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1696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Jon-san </a:t>
            </a:r>
            <a:pPr indent="0" marL="0">
              <a:buNone/>
            </a:pPr>
            <a:r>
              <a:rPr lang="en-US" sz="19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Amerika-jin </a:t>
            </a:r>
            <a:pPr indent="0" marL="0">
              <a:buNone/>
            </a:pPr>
            <a:r>
              <a:rPr lang="en-US" sz="19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ジョンさん</a:t>
            </a:r>
            <a:pPr indent="0" marL="0">
              <a:buNone/>
            </a:pPr>
            <a:r>
              <a:rPr lang="en-US" sz="1600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</a:t>
            </a:r>
            <a:pPr indent="0" marL="0">
              <a:buNone/>
            </a:pPr>
            <a:r>
              <a:rPr lang="en-US" sz="16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アメリカ人</a:t>
            </a:r>
            <a:pPr indent="0" marL="0">
              <a:buNone/>
            </a:pPr>
            <a:r>
              <a:rPr lang="en-US" sz="1600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です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#2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can be omitted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）は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省略できる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727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5544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</a:t>
            </a:r>
            <a:pPr indent="0" marL="0">
              <a:buNone/>
            </a:pPr>
            <a:r>
              <a:rPr lang="en-US" sz="24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(you) </a:t>
            </a:r>
            <a:pPr indent="0" marL="0">
              <a:buNone/>
            </a:pPr>
            <a:r>
              <a:rPr lang="en-US" sz="2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Japanese?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0116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(Anata wa) </a:t>
            </a:r>
            <a:pPr indent="0" marL="0">
              <a:buNone/>
            </a:pPr>
            <a:r>
              <a:rPr lang="en-US" sz="24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Nihon-jin </a:t>
            </a:r>
            <a:pPr indent="0" marL="0">
              <a:buNone/>
            </a:pPr>
            <a:r>
              <a:rPr lang="en-US" sz="24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pPr indent="0" marL="0">
              <a:buNone/>
            </a:pPr>
            <a:r>
              <a:rPr lang="en-US" sz="24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ka?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45059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（あなたは）</a:t>
            </a:r>
            <a:pPr indent="0" marL="0">
              <a:buNone/>
            </a:pPr>
            <a:r>
              <a:rPr lang="en-US" sz="17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日本人</a:t>
            </a:r>
            <a:pPr indent="0" marL="0">
              <a:buNone/>
            </a:pPr>
            <a:r>
              <a:rPr lang="en-US" sz="1700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です</a:t>
            </a:r>
            <a:pPr indent="0" marL="0">
              <a:buNone/>
            </a:pPr>
            <a:r>
              <a:rPr lang="en-US" sz="17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8229600" cy="0"/>
          </a:xfrm>
          <a:prstGeom prst="line">
            <a:avLst/>
          </a:prstGeom>
          <a:noFill/>
          <a:ln w="9525">
            <a:solidFill>
              <a:srgbClr val="E3E9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63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0449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</a:t>
            </a:r>
            <a:pPr indent="0" marL="0">
              <a:buNone/>
            </a:pPr>
            <a:r>
              <a:rPr lang="en-US" sz="24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</a:t>
            </a:r>
            <a:pPr indent="0" marL="0">
              <a:buNone/>
            </a:pPr>
            <a:r>
              <a:rPr lang="en-US" sz="24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pPr indent="0" marL="0">
              <a:buNone/>
            </a:pPr>
            <a:r>
              <a:rPr lang="en-US" sz="2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Japanese.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5021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Hai, </a:t>
            </a:r>
            <a:pPr indent="0" marL="0">
              <a:buNone/>
            </a:pPr>
            <a:r>
              <a:rPr lang="en-US" sz="24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(watashi wa) </a:t>
            </a:r>
            <a:pPr indent="0" marL="0">
              <a:buNone/>
            </a:pPr>
            <a:r>
              <a:rPr lang="en-US" sz="24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Nihon-jin </a:t>
            </a:r>
            <a:pPr indent="0" marL="0">
              <a:buNone/>
            </a:pPr>
            <a:r>
              <a:rPr lang="en-US" sz="24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pPr indent="0" marL="0">
              <a:buNone/>
            </a:pPr>
            <a:r>
              <a:rPr lang="en-US" sz="24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94106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はい、</a:t>
            </a:r>
            <a:pPr indent="0" marL="0">
              <a:buNone/>
            </a:pPr>
            <a:r>
              <a:rPr lang="en-US" sz="17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（わたしは）</a:t>
            </a:r>
            <a:pPr indent="0" marL="0">
              <a:buNone/>
            </a:pPr>
            <a:r>
              <a:rPr lang="en-US" sz="17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日本人</a:t>
            </a:r>
            <a:pPr indent="0" marL="0">
              <a:buNone/>
            </a:pPr>
            <a:r>
              <a:rPr lang="en-US" sz="1700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です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#3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 never changes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は人称で変わらない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44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4447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444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92024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192024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</a:t>
            </a:r>
            <a:pPr indent="0" marL="0">
              <a:buNone/>
            </a:pPr>
            <a:r>
              <a:rPr lang="en-US" sz="19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Seeko </a:t>
            </a:r>
            <a:pPr indent="0" marL="0">
              <a:buNone/>
            </a:pPr>
            <a:r>
              <a:rPr lang="en-US" sz="19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92024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pPr indent="0" marL="0">
              <a:buNone/>
            </a:pPr>
            <a:r>
              <a:rPr lang="en-US" sz="17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pPr indent="0" marL="0">
              <a:buNone/>
            </a:pPr>
            <a:r>
              <a:rPr lang="en-US" sz="17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Seeko.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8229600" cy="0"/>
          </a:xfrm>
          <a:prstGeom prst="line">
            <a:avLst/>
          </a:prstGeom>
          <a:noFill/>
          <a:ln w="6350">
            <a:solidFill>
              <a:srgbClr val="E3E9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63347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63347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</a:t>
            </a:r>
            <a:pPr indent="0" marL="0">
              <a:buNone/>
            </a:pPr>
            <a:r>
              <a:rPr lang="en-US" sz="19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Amerika-jin </a:t>
            </a:r>
            <a:pPr indent="0" marL="0">
              <a:buNone/>
            </a:pPr>
            <a:r>
              <a:rPr lang="en-US" sz="19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ka?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3347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pPr indent="0" marL="0">
              <a:buNone/>
            </a:pPr>
            <a:r>
              <a:rPr lang="en-US" sz="17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American?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3264408"/>
            <a:ext cx="8229600" cy="0"/>
          </a:xfrm>
          <a:prstGeom prst="line">
            <a:avLst/>
          </a:prstGeom>
          <a:noFill/>
          <a:ln w="6350">
            <a:solidFill>
              <a:srgbClr val="E3E9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4670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3346704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Jon-san </a:t>
            </a:r>
            <a:pPr indent="0" marL="0">
              <a:buNone/>
            </a:pPr>
            <a:r>
              <a:rPr lang="en-US" sz="19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Oosutoraria-jin </a:t>
            </a:r>
            <a:pPr indent="0" marL="0">
              <a:buNone/>
            </a:pPr>
            <a:r>
              <a:rPr lang="en-US" sz="19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346704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</a:t>
            </a:r>
            <a:pPr indent="0" marL="0">
              <a:buNone/>
            </a:pPr>
            <a:r>
              <a:rPr lang="en-US" sz="17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pPr indent="0" marL="0">
              <a:buNone/>
            </a:pPr>
            <a:r>
              <a:rPr lang="en-US" sz="17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Australian.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6350">
            <a:solidFill>
              <a:srgbClr val="E3E9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05993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05993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 </a:t>
            </a:r>
            <a:pPr indent="0" marL="0">
              <a:buNone/>
            </a:pPr>
            <a:r>
              <a:rPr lang="en-US" sz="19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Nihon-jin </a:t>
            </a:r>
            <a:pPr indent="0" marL="0">
              <a:buNone/>
            </a:pPr>
            <a:r>
              <a:rPr lang="en-US" sz="19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pPr indent="0" marL="0">
              <a:buNone/>
            </a:pPr>
            <a:r>
              <a:rPr lang="en-US" sz="19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059936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</a:t>
            </a:r>
            <a:pPr indent="0" marL="0">
              <a:buNone/>
            </a:pPr>
            <a:r>
              <a:rPr lang="en-US" sz="1700" b="1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pPr indent="0" marL="0">
              <a:buNone/>
            </a:pPr>
            <a:r>
              <a:rPr lang="en-US" sz="17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Japanese.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2026-09-12T06:22:57Z</dcterms:created>
  <dcterms:modified xsi:type="dcterms:W3CDTF">2026-09-12T06:22:57Z</dcterms:modified>
</cp:coreProperties>
</file>