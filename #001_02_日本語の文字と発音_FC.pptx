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</p:sldIdLst>
  <p:notesMasterIdLst>
    <p:notesMasterId r:id="rId1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2.xml"/><Relationship Id="rId52" Type="http://schemas.openxmlformats.org/officeDocument/2006/relationships/slide" Target="slides/slide53.xml"/><Relationship Id="rId53" Type="http://schemas.openxmlformats.org/officeDocument/2006/relationships/slide" Target="slides/slide54.xml"/><Relationship Id="rId54" Type="http://schemas.openxmlformats.org/officeDocument/2006/relationships/slide" Target="slides/slide55.xml"/><Relationship Id="rId55" Type="http://schemas.openxmlformats.org/officeDocument/2006/relationships/slide" Target="slides/slide56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3.xml"/><Relationship Id="rId63" Type="http://schemas.openxmlformats.org/officeDocument/2006/relationships/slide" Target="slides/slide64.xml"/><Relationship Id="rId64" Type="http://schemas.openxmlformats.org/officeDocument/2006/relationships/slide" Target="slides/slide65.xml"/><Relationship Id="rId65" Type="http://schemas.openxmlformats.org/officeDocument/2006/relationships/slide" Target="slides/slide66.xml"/><Relationship Id="rId66" Type="http://schemas.openxmlformats.org/officeDocument/2006/relationships/slide" Target="slides/slide67.xml"/><Relationship Id="rId67" Type="http://schemas.openxmlformats.org/officeDocument/2006/relationships/slide" Target="slides/slide68.xml"/><Relationship Id="rId68" Type="http://schemas.openxmlformats.org/officeDocument/2006/relationships/slide" Target="slides/slide69.xml"/><Relationship Id="rId69" Type="http://schemas.openxmlformats.org/officeDocument/2006/relationships/slide" Target="slides/slide70.xml"/><Relationship Id="rId70" Type="http://schemas.openxmlformats.org/officeDocument/2006/relationships/slide" Target="slides/slide71.xml"/><Relationship Id="rId71" Type="http://schemas.openxmlformats.org/officeDocument/2006/relationships/slide" Target="slides/slide72.xml"/><Relationship Id="rId72" Type="http://schemas.openxmlformats.org/officeDocument/2006/relationships/slide" Target="slides/slide73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slide" Target="slides/slide86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slide" Target="slides/slide90.xml"/><Relationship Id="rId90" Type="http://schemas.openxmlformats.org/officeDocument/2006/relationships/slide" Target="slides/slide91.xml"/><Relationship Id="rId91" Type="http://schemas.openxmlformats.org/officeDocument/2006/relationships/slide" Target="slides/slide92.xml"/><Relationship Id="rId92" Type="http://schemas.openxmlformats.org/officeDocument/2006/relationships/slide" Target="slides/slide93.xml"/><Relationship Id="rId93" Type="http://schemas.openxmlformats.org/officeDocument/2006/relationships/slide" Target="slides/slide94.xml"/><Relationship Id="rId94" Type="http://schemas.openxmlformats.org/officeDocument/2006/relationships/slide" Target="slides/slide95.xml"/><Relationship Id="rId95" Type="http://schemas.openxmlformats.org/officeDocument/2006/relationships/slide" Target="slides/slide96.xml"/><Relationship Id="rId96" Type="http://schemas.openxmlformats.org/officeDocument/2006/relationships/slide" Target="slides/slide97.xml"/><Relationship Id="rId97" Type="http://schemas.openxmlformats.org/officeDocument/2006/relationships/slide" Target="slides/slide98.xml"/><Relationship Id="rId98" Type="http://schemas.openxmlformats.org/officeDocument/2006/relationships/slide" Target="slides/slide99.xml"/><Relationship Id="rId99" Type="http://schemas.openxmlformats.org/officeDocument/2006/relationships/slide" Target="slides/slide100.xml"/><Relationship Id="rId100" Type="http://schemas.openxmlformats.org/officeDocument/2006/relationships/slide" Target="slides/slide101.xml"/><Relationship Id="rId101" Type="http://schemas.openxmlformats.org/officeDocument/2006/relationships/slide" Target="slides/slide102.xml"/><Relationship Id="rId102" Type="http://schemas.openxmlformats.org/officeDocument/2006/relationships/slide" Target="slides/slide103.xml"/><Relationship Id="rId103" Type="http://schemas.openxmlformats.org/officeDocument/2006/relationships/slide" Target="slides/slide104.xml"/><Relationship Id="rId104" Type="http://schemas.openxmlformats.org/officeDocument/2006/relationships/slide" Target="slides/slide105.xml"/><Relationship Id="rId105" Type="http://schemas.openxmlformats.org/officeDocument/2006/relationships/slide" Target="slides/slide106.xml"/><Relationship Id="rId106" Type="http://schemas.openxmlformats.org/officeDocument/2006/relationships/slide" Target="slides/slide107.xml"/><Relationship Id="rId107" Type="http://schemas.openxmlformats.org/officeDocument/2006/relationships/slide" Target="slides/slide108.xml"/><Relationship Id="rId108" Type="http://schemas.openxmlformats.org/officeDocument/2006/relationships/slide" Target="slides/slide109.xml"/><Relationship Id="rId109" Type="http://schemas.openxmlformats.org/officeDocument/2006/relationships/slide" Target="slides/slide110.xml"/><Relationship Id="rId110" Type="http://schemas.openxmlformats.org/officeDocument/2006/relationships/slide" Target="slides/slide111.xml"/><Relationship Id="rId111" Type="http://schemas.openxmlformats.org/officeDocument/2006/relationships/slide" Target="slides/slide112.xml"/><Relationship Id="rId112" Type="http://schemas.openxmlformats.org/officeDocument/2006/relationships/slide" Target="slides/slide113.xml"/><Relationship Id="rId113" Type="http://schemas.openxmlformats.org/officeDocument/2006/relationships/slide" Target="slides/slide114.xml"/><Relationship Id="rId114" Type="http://schemas.openxmlformats.org/officeDocument/2006/relationships/slide" Target="slides/slide115.xml"/><Relationship Id="rId115" Type="http://schemas.openxmlformats.org/officeDocument/2006/relationships/slide" Target="slides/slide116.xml"/><Relationship Id="rId116" Type="http://schemas.openxmlformats.org/officeDocument/2006/relationships/slide" Target="slides/slide117.xml"/><Relationship Id="rId117" Type="http://schemas.openxmlformats.org/officeDocument/2006/relationships/slide" Target="slides/slide118.xml"/><Relationship Id="rId118" Type="http://schemas.openxmlformats.org/officeDocument/2006/relationships/slide" Target="slides/slide119.xml"/><Relationship Id="rId119" Type="http://schemas.openxmlformats.org/officeDocument/2006/relationships/slide" Target="slides/slide120.xml"/><Relationship Id="rId120" Type="http://schemas.openxmlformats.org/officeDocument/2006/relationships/slide" Target="slides/slide121.xml"/><Relationship Id="rId121" Type="http://schemas.openxmlformats.org/officeDocument/2006/relationships/slide" Target="slides/slide122.xml"/><Relationship Id="rId122" Type="http://schemas.openxmlformats.org/officeDocument/2006/relationships/slide" Target="slides/slide123.xml"/><Relationship Id="rId123" Type="http://schemas.openxmlformats.org/officeDocument/2006/relationships/slide" Target="slides/slide124.xml"/><Relationship Id="rId124" Type="http://schemas.openxmlformats.org/officeDocument/2006/relationships/slide" Target="slides/slide125.xml"/><Relationship Id="rId125" Type="http://schemas.openxmlformats.org/officeDocument/2006/relationships/slide" Target="slides/slide126.xml"/><Relationship Id="rId126" Type="http://schemas.openxmlformats.org/officeDocument/2006/relationships/slide" Target="slides/slide127.xml"/><Relationship Id="rId127" Type="http://schemas.openxmlformats.org/officeDocument/2006/relationships/slide" Target="slides/slide128.xml"/><Relationship Id="rId128" Type="http://schemas.openxmlformats.org/officeDocument/2006/relationships/slide" Target="slides/slide129.xml"/><Relationship Id="rId129" Type="http://schemas.openxmlformats.org/officeDocument/2006/relationships/slide" Target="slides/slide130.xml"/><Relationship Id="rId130" Type="http://schemas.openxmlformats.org/officeDocument/2006/relationships/slide" Target="slides/slide131.xml"/><Relationship Id="rId131" Type="http://schemas.openxmlformats.org/officeDocument/2006/relationships/slide" Target="slides/slide132.xml"/><Relationship Id="rId132" Type="http://schemas.openxmlformats.org/officeDocument/2006/relationships/slide" Target="slides/slide133.xml"/><Relationship Id="rId133" Type="http://schemas.openxmlformats.org/officeDocument/2006/relationships/slide" Target="slides/slide134.xml"/><Relationship Id="rId134" Type="http://schemas.openxmlformats.org/officeDocument/2006/relationships/slide" Target="slides/slide135.xml"/><Relationship Id="rId135" Type="http://schemas.openxmlformats.org/officeDocument/2006/relationships/slide" Target="slides/slide136.xml"/><Relationship Id="rId136" Type="http://schemas.openxmlformats.org/officeDocument/2006/relationships/slide" Target="slides/slide137.xml"/><Relationship Id="rId137" Type="http://schemas.openxmlformats.org/officeDocument/2006/relationships/slide" Target="slides/slide138.xml"/><Relationship Id="rId138" Type="http://schemas.openxmlformats.org/officeDocument/2006/relationships/slide" Target="slides/slide139.xml"/><Relationship Id="rId139" Type="http://schemas.openxmlformats.org/officeDocument/2006/relationships/slide" Target="slides/slide140.xml"/><Relationship Id="rId140" Type="http://schemas.openxmlformats.org/officeDocument/2006/relationships/slide" Target="slides/slide141.xml"/><Relationship Id="rId141" Type="http://schemas.openxmlformats.org/officeDocument/2006/relationships/slide" Target="slides/slide142.xml"/><Relationship Id="rId142" Type="http://schemas.openxmlformats.org/officeDocument/2006/relationships/slide" Target="slides/slide143.xml"/><Relationship Id="rId143" Type="http://schemas.openxmlformats.org/officeDocument/2006/relationships/slide" Target="slides/slide144.xml"/><Relationship Id="rId144" Type="http://schemas.openxmlformats.org/officeDocument/2006/relationships/slide" Target="slides/slide145.xml"/><Relationship Id="rId145" Type="http://schemas.openxmlformats.org/officeDocument/2006/relationships/slide" Target="slides/slide146.xml"/><Relationship Id="rId146" Type="http://schemas.openxmlformats.org/officeDocument/2006/relationships/slide" Target="slides/slide147.xml"/><Relationship Id="rId147" Type="http://schemas.openxmlformats.org/officeDocument/2006/relationships/slide" Target="slides/slide148.xml"/><Relationship Id="rId148" Type="http://schemas.openxmlformats.org/officeDocument/2006/relationships/slide" Target="slides/slide149.xml"/><Relationship Id="rId149" Type="http://schemas.openxmlformats.org/officeDocument/2006/relationships/slide" Target="slides/slide150.xml"/><Relationship Id="rId150" Type="http://schemas.openxmlformats.org/officeDocument/2006/relationships/slide" Target="slides/slide151.xml"/><Relationship Id="rId151" Type="http://schemas.openxmlformats.org/officeDocument/2006/relationships/slide" Target="slides/slide152.xml"/><Relationship Id="rId152" Type="http://schemas.openxmlformats.org/officeDocument/2006/relationships/slide" Target="slides/slide153.xml"/><Relationship Id="rId153" Type="http://schemas.openxmlformats.org/officeDocument/2006/relationships/slide" Target="slides/slide154.xml"/><Relationship Id="rId154" Type="http://schemas.openxmlformats.org/officeDocument/2006/relationships/slide" Target="slides/slide155.xml"/><Relationship Id="rId155" Type="http://schemas.openxmlformats.org/officeDocument/2006/relationships/slide" Target="slides/slide156.xml"/><Relationship Id="rId156" Type="http://schemas.openxmlformats.org/officeDocument/2006/relationships/slide" Target="slides/slide157.xml"/><Relationship Id="rId157" Type="http://schemas.openxmlformats.org/officeDocument/2006/relationships/slide" Target="slides/slide158.xml"/><Relationship Id="rId158" Type="http://schemas.openxmlformats.org/officeDocument/2006/relationships/slide" Target="slides/slide159.xml"/><Relationship Id="rId159" Type="http://schemas.openxmlformats.org/officeDocument/2006/relationships/slide" Target="slides/slide160.xml"/><Relationship Id="rId160" Type="http://schemas.openxmlformats.org/officeDocument/2006/relationships/slide" Target="slides/slide161.xml"/><Relationship Id="rId161" Type="http://schemas.openxmlformats.org/officeDocument/2006/relationships/slide" Target="slides/slide162.xml"/><Relationship Id="rId162" Type="http://schemas.openxmlformats.org/officeDocument/2006/relationships/slide" Target="slides/slide163.xml"/><Relationship Id="rId163" Type="http://schemas.openxmlformats.org/officeDocument/2006/relationships/slide" Target="slides/slide164.xml"/><Relationship Id="rId164" Type="http://schemas.openxmlformats.org/officeDocument/2006/relationships/slide" Target="slides/slide165.xml"/><Relationship Id="rId165" Type="http://schemas.openxmlformats.org/officeDocument/2006/relationships/slide" Target="slides/slide166.xml"/><Relationship Id="rId166" Type="http://schemas.openxmlformats.org/officeDocument/2006/relationships/slide" Target="slides/slide167.xml"/><Relationship Id="rId167" Type="http://schemas.openxmlformats.org/officeDocument/2006/relationships/slide" Target="slides/slide168.xml"/><Relationship Id="rId168" Type="http://schemas.openxmlformats.org/officeDocument/2006/relationships/slide" Target="slides/slide169.xml"/><Relationship Id="rId169" Type="http://schemas.openxmlformats.org/officeDocument/2006/relationships/slide" Target="slides/slide170.xml"/><Relationship Id="rId170" Type="http://schemas.openxmlformats.org/officeDocument/2006/relationships/slide" Target="slides/slide171.xml"/><Relationship Id="rId171" Type="http://schemas.openxmlformats.org/officeDocument/2006/relationships/slide" Target="slides/slide172.xml"/><Relationship Id="rId172" Type="http://schemas.openxmlformats.org/officeDocument/2006/relationships/slide" Target="slides/slide173.xml"/><Relationship Id="rId173" Type="http://schemas.openxmlformats.org/officeDocument/2006/relationships/slide" Target="slides/slide174.xml"/><Relationship Id="rId174" Type="http://schemas.openxmlformats.org/officeDocument/2006/relationships/slide" Target="slides/slide175.xml"/><Relationship Id="rId175" Type="http://schemas.openxmlformats.org/officeDocument/2006/relationships/slide" Target="slides/slide176.xml"/><Relationship Id="rId176" Type="http://schemas.openxmlformats.org/officeDocument/2006/relationships/slide" Target="slides/slide177.xml"/><Relationship Id="rId177" Type="http://schemas.openxmlformats.org/officeDocument/2006/relationships/notesMaster" Target="notesMasters/notesMaster1.xml"/><Relationship Id="rId178" Type="http://schemas.openxmlformats.org/officeDocument/2006/relationships/presProps" Target="presProps.xml"/><Relationship Id="rId179" Type="http://schemas.openxmlformats.org/officeDocument/2006/relationships/viewProps" Target="viewProps.xml"/><Relationship Id="rId180" Type="http://schemas.openxmlformats.org/officeDocument/2006/relationships/theme" Target="theme/theme1.xml"/><Relationship Id="rId18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up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lue_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x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ny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nc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ig_ears_pe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listen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rice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oman_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hu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kyookai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smoke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n_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lass_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r_c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usa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wo_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g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ose_ar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intest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airplane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chakuchi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uddle_j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chuucho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questio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eedle_th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eather_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t_me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nyuushi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tooth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oor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nyuukai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a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</a:t>
            </a:r>
            <a:endParaRPr lang="en-US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2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lly_n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2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und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ind_whis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hyuuhyuu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whiz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d_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hyooka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ar_mi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mpass_so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i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musume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arget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mokuhyoo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yok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ount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ream_b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ri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mployer_wo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yatou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employ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ro_dr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yuuki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rystal_b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oil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yuueki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ro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yookyuu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ffee_br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island_l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ouse_a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queu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ext_shor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ragon_s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a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elf_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(me)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orget_f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wasureru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forget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ipboard_as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wariate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ipboard_as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wariateru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1510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0090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0372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prout_yo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arning_h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eek_colu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endParaRPr lang="en-US" sz="2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ven_nu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guusuu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number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heater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lendar_m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opposite_ar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eak_be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gyuuniku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estival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gyooji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xes_st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office_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jimusho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</a:t>
            </a:r>
            <a:endParaRPr lang="en-US" sz="2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ox_s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zurui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em_luxu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zeetaku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leph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auc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jaguchi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umber_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r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joogi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2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ashi_b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 stock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oor_ex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out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here_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aduation_un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ice_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detarame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nonsense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lease_h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</a:t>
            </a:r>
            <a:endParaRPr lang="en-US" sz="2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x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er_m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biiru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g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lipst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un_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in_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sanbyaku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ick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byooki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sickness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op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read_p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ool_sw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ilbox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posuto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ano_ke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lug_elec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puragu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dal_b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in_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roppyaku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ppya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in_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ppya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arrows_opp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nto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box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ipboard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kanri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andcuffs_cr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kanji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kanji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character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rfect_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kanpeki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hush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ewspaper_f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shinbun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ight_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lond_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kinpatsu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arth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kankyoo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eather_su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ull_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rt_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kenshin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elephone_recei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denwa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erk_cou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okstore_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honya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store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gnify_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hakkiri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nch_li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chotto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tto</a:t>
            </a:r>
            <a:endParaRPr lang="en-US" sz="2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raight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massugu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icket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ppu</a:t>
            </a:r>
            <a:endParaRPr lang="en-US" sz="2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amp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tte</a:t>
            </a:r>
            <a:endParaRPr lang="en-US" sz="2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rai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ndy_lol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unrise_mo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mp_pl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hair_s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ugh_pe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hermometer_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atsusa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hick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atsusa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n_hus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shujin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risoner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shuujin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prisoner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question_b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ar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uncle_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ojisan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andpa_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ojiisan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grandfather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1510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0090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0372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aunt_wo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andma_wo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obaasan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grandmother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1510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0090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0372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175</Slides>
  <Notes>175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175</vt:i4>
      </vt:variant>
    </vt:vector>
  </HeadingPairs>
  <TitlesOfParts>
    <vt:vector size="1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2026-09-08T11:08:56Z</dcterms:created>
  <dcterms:modified xsi:type="dcterms:W3CDTF">2026-09-08T11:08:56Z</dcterms:modified>
</cp:coreProperties>
</file>